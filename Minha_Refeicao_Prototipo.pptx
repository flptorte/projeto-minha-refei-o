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Plataforma Minha Refeição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Protótipo de Alta Fidelidade do Fluxo Principal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Ciência da Computação • Projeto de Software • Profa. Ana Claudia Rossi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Visão Geral do Caso de Uso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Assinar Plano de Refeições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Atores: Assinante e Operadora de Cartão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Pré: celular válido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Pós: assinatura ativa e pagamento aprovado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Tela 1 – Autenticação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Input celular, OTP de 6 dígitos, reenviar SMS, validação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Tela 2 – Planos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Semanal (5) R$79,90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Quinzenal (10) R$149,90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Mensal (20) R$279,90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Tela 3 – Preferências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Tradicional, Vegetariana, Sem Lactose, Low Carb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Tela 4 – Cardápio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Pratos Principais, Acompanhamentos, Sobremesas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Contador de cotas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Tela 5 e 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Resumo do pedido e endereço de entrega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Tela 7 – Pagamento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Cartão de crédito e integração com operadora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Tela 8 – Ativação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Assinatura ativa, protocolo e entregas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Wiki e Vídeo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Estrutura da Wiki e divisão de papéis do grupo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Projeto Minha Refeição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Minha Refeição</dc:subject>
  <dc:creator>M365 Copilot</dc:creator>
  <lastModifiedBy>M365 Copilot</lastModifiedBy>
  <revision>1</revision>
  <dcterms:created xsi:type="dcterms:W3CDTF">2026-09-20T21:54:34.9156007Z</dcterms:created>
  <dcterms:modified xsi:type="dcterms:W3CDTF">2026-09-20T21:54:34.9156007Z</dcterms:modified>
</coreProperties>
</file>